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duration: 30 min
SPEAKER NOTES — slide 1 (hook, 60 sec)
- One line: "Today the prompt includes an image. We turn a wireframe into a running dashboard."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— slide 2 (theory, 4 min)
- Forgetting to attach the image is the #1 fail — Claude can't read what isn't attached.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— slide 3 (diagram, 1 min)
- The diff loop is the engine; the cap stops infinite pixel-chasing.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— slide 3 (reference, 1 min)
- markitdown is the bridge for documents; image attachment is the bridge for visuals.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— slide 4 (common mistakes, 30 sec)
Instructor cues:
- Project the wireframe and the render side-by-side throughout.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— slide 5 (demo, 6 min)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— slide 6 (hands-on, 13 min)
- Catch students who skip the diff loop. "Looks close" isn't done. 3-min warning.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— slide 7 (wrap, 1 min)
polish-log
2026-05-28 · lean instructor-pacing shape (matches Module 1 pilot).
cover -&gt; theory (layout-first) -&gt; reference (markitdown · mistakes) -&gt; live demo -&gt; your turn -&gt; done.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7 — Multimodal: Screenshot to UI</dc:title>
  <dc:subject>Hand Claude a wireframe image and produce a working single-page Dashboard UI. Match the wireframe pixel-for-pixel-ish.</dc:subject>
  <dc:creator>Created by Marp</dc:creator>
  <cp:lastModifiedBy>Created by Marp</cp:lastModifiedBy>
  <cp:revision>1</cp:revision>
  <dcterms:created xsi:type="dcterms:W3CDTF">2026-05-28T22:55:08Z</dcterms:created>
  <dcterms:modified xsi:type="dcterms:W3CDTF">2026-05-28T22:55:08Z</dcterms:modified>
</cp:coreProperties>
</file>