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24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polish-log
(intermediate-content-polish feature 004) — populated during US2 polish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— Prompting Like a Tech Lead</dc:title>
  <dc:subject>Translate a vague feature request into a precise, constraint-rich prompt. Ship a CLI Task Manager in one pass.</dc:subject>
  <dc:creator>Created by Marp</dc:creator>
  <cp:lastModifiedBy>Created by Marp</cp:lastModifiedBy>
  <cp:revision>1</cp:revision>
  <dcterms:created xsi:type="dcterms:W3CDTF">2026-05-28T14:47:35Z</dcterms:created>
  <dcterms:modified xsi:type="dcterms:W3CDTF">2026-05-28T14:47:35Z</dcterms:modified>
</cp:coreProperties>
</file>