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30 min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polish-log
2026-05-28 · feature 005 · initial draft of closing block (R-002).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11 — Q&amp;A, Exam Briefing &amp; Next Steps</dc:title>
  <dc:subject>Closing block: common mistakes, prompting anti-patterns, certification rules, and what to do Monday morning.</dc:subject>
  <dc:creator>Created by Marp</dc:creator>
  <cp:lastModifiedBy>Created by Marp</cp:lastModifiedBy>
  <cp:revision>1</cp:revision>
  <dcterms:created xsi:type="dcterms:W3CDTF">2026-05-28T14:52:27Z</dcterms:created>
  <dcterms:modified xsi:type="dcterms:W3CDTF">2026-05-28T14:52:27Z</dcterms:modified>
</cp:coreProperties>
</file>