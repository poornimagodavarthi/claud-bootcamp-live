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22 min
SPEAKER NOTES — slide 1 (hook, 60 sec)
- One line: "Claude can write great commits and PRs — from the diff, not the prompt."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2 (theory, 4 min)
- "From the diff, not the prompt" — say it. PRs written from prompts lie about what shipped.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3 (diagram, 1 min)
- Trace left to right; every commit is one logical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3 (reference, 1 min)
- Optional. Only the fast finishers wire the Action; everyone hears it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4 (common mistakes, 30 sec)
Instructor cues:
- Demo on a dirty working tree so the commit-splitter has something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5 (demo, 5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6 (hands-on, 10 min)
- Watch for one-commit submissions — send them back to the splitter. 3-min warning.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7 (wrap, 1 min)
polish-log
2026-05-28 · lean instructor-pacing shape (matches Module 1 pilot).
cover -&gt; theory (safe git) -&gt; reference (@claude Action · mistakes) -&gt; live demo -&gt; your turn -&gt;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 — Git Workflows for Safe AI Dev</dc:title>
  <dc:subject>Branch, commit, and PR your AI-generated code safely. Have Claude write the commit message and PR description.</dc:subject>
  <dc:creator>Created by Marp</dc:creator>
  <cp:lastModifiedBy>Created by Marp</cp:lastModifiedBy>
  <cp:revision>1</cp:revision>
  <dcterms:created xsi:type="dcterms:W3CDTF">2026-05-28T22:55:00Z</dcterms:created>
  <dcterms:modified xsi:type="dcterms:W3CDTF">2026-05-28T22:55:00Z</dcterms:modified>
</cp:coreProperties>
</file>