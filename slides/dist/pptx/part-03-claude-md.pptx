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duration: 22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 — Project Context with CLAUDE.md</dc:title>
  <dc:subject>Author a project-level CLAUDE.md that makes Claude Code follow your repo conventions automatically.</dc:subject>
  <dc:creator>Created by Marp</dc:creator>
  <cp:lastModifiedBy>Created by Marp</cp:lastModifiedBy>
  <cp:revision>1</cp:revision>
  <dcterms:created xsi:type="dcterms:W3CDTF">2026-05-28T09:48:12Z</dcterms:created>
  <dcterms:modified xsi:type="dcterms:W3CDTF">2026-05-28T09:48:12Z</dcterms:modified>
</cp:coreProperties>
</file>