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08 — Putting it together</dc:title>
  <dc:subject>Build a tiny notes CLI in 30 minutes using everything from Modules 01–07.</dc:subject>
  <dc:creator>Created by Marp</dc:creator>
  <cp:lastModifiedBy>Created by Marp</cp:lastModifiedBy>
  <cp:revision>1</cp:revision>
  <dcterms:created xsi:type="dcterms:W3CDTF">2026-05-28T09:53:41Z</dcterms:created>
  <dcterms:modified xsi:type="dcterms:W3CDTF">2026-05-28T09:53:41Z</dcterms:modified>
</cp:coreProperties>
</file>