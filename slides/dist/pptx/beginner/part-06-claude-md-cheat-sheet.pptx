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25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06 — CLAUDE.md cheat sheet</dc:title>
  <dc:subject>Write a tiny CLAUDE.md so Claude knows your project conventions without being told every session.</dc:subject>
  <dc:creator>Created by Marp</dc:creator>
  <cp:lastModifiedBy>Created by Marp</cp:lastModifiedBy>
  <cp:revision>1</cp:revision>
  <dcterms:created xsi:type="dcterms:W3CDTF">2026-05-21T16:00:28Z</dcterms:created>
  <dcterms:modified xsi:type="dcterms:W3CDTF">2026-05-21T16:00:28Z</dcterms:modified>
</cp:coreProperties>
</file>